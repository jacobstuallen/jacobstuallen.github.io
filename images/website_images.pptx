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/>
    <p:restoredTop sz="94695"/>
  </p:normalViewPr>
  <p:slideViewPr>
    <p:cSldViewPr snapToGrid="0" showGuides="1">
      <p:cViewPr>
        <p:scale>
          <a:sx n="101" d="100"/>
          <a:sy n="101" d="100"/>
        </p:scale>
        <p:origin x="144" y="6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68162-4664-50A8-866E-66F3B6FC1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25A8B9-AD50-BE2D-D35C-E7F132037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737A4-7BEA-5064-6DD4-8DDD70698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2440F-96AE-7F4A-BDC0-280C366DF61B}" type="datetimeFigureOut">
              <a:rPr lang="en-US" smtClean="0"/>
              <a:t>8/20/23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466A7-C1D8-A56F-0A96-09C7AC3B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9FBDF-14B0-EEE9-9A56-B8F2EBBC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1E5-A6E9-2045-94CC-68659A288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67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67FE-F394-2DB2-E1F0-832AF20B7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EE7EB-CB2A-85A2-C90A-E7D010CD4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8A659-A174-3ACF-CC2B-CDA327944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2440F-96AE-7F4A-BDC0-280C366DF61B}" type="datetimeFigureOut">
              <a:rPr lang="en-US" smtClean="0"/>
              <a:t>8/20/23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D56FC-03BD-79EF-3680-DAD47FD13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BCB13-9D2C-3FDC-00AE-2291B4907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1E5-A6E9-2045-94CC-68659A288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05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2BCFC-8275-BA4E-3CDC-578FC0220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450FC-7D44-E52F-E765-DB0FAA892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01623-752F-6FC4-65B3-EE7C3B064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2440F-96AE-7F4A-BDC0-280C366DF61B}" type="datetimeFigureOut">
              <a:rPr lang="en-US" smtClean="0"/>
              <a:t>8/20/23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E467C-49D6-7B77-31A6-216236AB1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7318C-E013-235E-6B78-C48C20D5E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1E5-A6E9-2045-94CC-68659A288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74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6AF9-7FE7-E278-2279-3AEFB4EA1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EF642-A5F2-ABEB-C4AA-23E3B0D87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CBE31-1660-90CF-C205-3AB66EB68C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5816F-CC83-5BE1-5266-71A447C84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2440F-96AE-7F4A-BDC0-280C366DF61B}" type="datetimeFigureOut">
              <a:rPr lang="en-US" smtClean="0"/>
              <a:t>8/20/23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62821-0097-58F5-B08A-A9EE1114D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4C515-0A9D-E4CF-30AC-1D4C255E6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1E5-A6E9-2045-94CC-68659A288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45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907B9-589B-D10D-CD34-7F00991F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0918F-8385-847D-2FC8-BC5E28128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74897-414E-22C1-E83A-1A029CD98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DD3036-5458-969B-43C4-7CC2E6F225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24C14-4777-07A1-1469-DC3311C8F3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4B253C-B8CE-1AB9-FA43-0802E2BA0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2440F-96AE-7F4A-BDC0-280C366DF61B}" type="datetimeFigureOut">
              <a:rPr lang="en-US" smtClean="0"/>
              <a:t>8/20/23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EA8B71-4CB6-0E8A-847C-41AC8B07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10CDEB-7EEC-A33F-AD98-75D56AE61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1E5-A6E9-2045-94CC-68659A288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48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E29AA-AF9B-1CE6-F2B4-AE368E1D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F3F81B-A34F-3DE4-B8FC-9B3CFFA3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2440F-96AE-7F4A-BDC0-280C366DF61B}" type="datetimeFigureOut">
              <a:rPr lang="en-US" smtClean="0"/>
              <a:t>8/20/23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A0721-7281-B083-C7D9-DFE00A36A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082F3-F3F8-8B9F-E8E5-4BBFDD241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1E5-A6E9-2045-94CC-68659A288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25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7A6D3E-59FA-30F6-807F-AED3D5111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2440F-96AE-7F4A-BDC0-280C366DF61B}" type="datetimeFigureOut">
              <a:rPr lang="en-US" smtClean="0"/>
              <a:t>8/20/23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04443B-EBC1-ABD3-863C-0FC7D57D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1B489-8E23-FF7B-7890-B0753AB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1E5-A6E9-2045-94CC-68659A288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7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CD02F-3379-893D-8DDE-06E065EF8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6A868-9C86-E97B-83EF-A9D2BA991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6EA834-2E4A-9226-4749-81A7A63FB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7D8F1-804F-8284-4C89-97A1389CA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2440F-96AE-7F4A-BDC0-280C366DF61B}" type="datetimeFigureOut">
              <a:rPr lang="en-US" smtClean="0"/>
              <a:t>8/20/23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E706C-61A7-4AB5-F7B4-274F83489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29C47-7CA3-E370-273F-3989C8F3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1E5-A6E9-2045-94CC-68659A288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59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73871-4679-8941-E33C-1D9CEC847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DCA331-13E8-EC68-1AA9-048E8A9F3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FF77D4-C150-544B-1919-1AA558064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D8DFD-2FC3-75D1-267D-67C8E26B6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2440F-96AE-7F4A-BDC0-280C366DF61B}" type="datetimeFigureOut">
              <a:rPr lang="en-US" smtClean="0"/>
              <a:t>8/20/23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48C4E-30C6-E304-C1A3-FA0487B74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C4329-6260-6B14-654D-6A37683C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1E5-A6E9-2045-94CC-68659A288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96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3EA6-84A1-BCD1-5F61-7958F602A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1FB26C-1BED-3075-2070-005872430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D32E2-0D50-EFA3-90E0-DA314BB9E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2440F-96AE-7F4A-BDC0-280C366DF61B}" type="datetimeFigureOut">
              <a:rPr lang="en-US" smtClean="0"/>
              <a:t>8/20/23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F8EC0-523B-4F77-A1BF-23588FB18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2A4EC-B9BA-F622-74D9-081A8A086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1E5-A6E9-2045-94CC-68659A288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14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63C74-312A-BC81-B8F2-BEEF7D16A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77AC-6452-C7F4-6C07-E92996963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41EC2-A57A-4F88-FD27-39E124830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2440F-96AE-7F4A-BDC0-280C366DF61B}" type="datetimeFigureOut">
              <a:rPr lang="en-US" smtClean="0"/>
              <a:t>8/20/23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76F3C-DE8F-4AFB-E609-6D81ADB8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70024-9519-4D28-807F-6B6C19811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1E5-A6E9-2045-94CC-68659A288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74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10327-0D41-9099-2B8C-430C91E60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E15DE-A44C-FD22-2CB8-8748BCD1D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0B236-515C-F451-9D53-B1EFEF448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2440F-96AE-7F4A-BDC0-280C366DF61B}" type="datetimeFigureOut">
              <a:rPr lang="en-US" smtClean="0"/>
              <a:t>8/20/23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536F8-C373-5B30-A9DB-49998F00A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A41E7-A830-1F22-AC71-F5E09DB42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471E5-A6E9-2045-94CC-68659A288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09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72332EE-AEB4-753D-0394-A53D6FF777E7}"/>
              </a:ext>
            </a:extLst>
          </p:cNvPr>
          <p:cNvGrpSpPr/>
          <p:nvPr/>
        </p:nvGrpSpPr>
        <p:grpSpPr>
          <a:xfrm>
            <a:off x="2388394" y="-278606"/>
            <a:ext cx="7415211" cy="7415211"/>
            <a:chOff x="2388394" y="-278606"/>
            <a:chExt cx="7415211" cy="741521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3D6D7A-34BB-949C-C490-022D28E78128}"/>
                </a:ext>
              </a:extLst>
            </p:cNvPr>
            <p:cNvSpPr/>
            <p:nvPr/>
          </p:nvSpPr>
          <p:spPr>
            <a:xfrm>
              <a:off x="2388394" y="-278606"/>
              <a:ext cx="7415211" cy="7415211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blue bird with a yellow beak&#10;&#10;Description automatically generated">
              <a:extLst>
                <a:ext uri="{FF2B5EF4-FFF2-40B4-BE49-F238E27FC236}">
                  <a16:creationId xmlns:a16="http://schemas.microsoft.com/office/drawing/2014/main" id="{B8659754-125A-FF50-E74D-E5348A7B7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4800" y="177800"/>
              <a:ext cx="6502400" cy="6502400"/>
            </a:xfrm>
            <a:prstGeom prst="ellipse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3074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45A4065-3B4E-E997-E641-ACC0C5D2B928}"/>
              </a:ext>
            </a:extLst>
          </p:cNvPr>
          <p:cNvGrpSpPr/>
          <p:nvPr/>
        </p:nvGrpSpPr>
        <p:grpSpPr>
          <a:xfrm>
            <a:off x="2388394" y="-278606"/>
            <a:ext cx="7415211" cy="7415211"/>
            <a:chOff x="2388394" y="-278606"/>
            <a:chExt cx="7415211" cy="741521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94CD034-BD51-13F0-3A13-612BDE5709EE}"/>
                </a:ext>
              </a:extLst>
            </p:cNvPr>
            <p:cNvSpPr/>
            <p:nvPr/>
          </p:nvSpPr>
          <p:spPr>
            <a:xfrm>
              <a:off x="2388394" y="-278606"/>
              <a:ext cx="7415211" cy="74152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cartoon of a person holding a globe&#10;&#10;Description automatically generated">
              <a:extLst>
                <a:ext uri="{FF2B5EF4-FFF2-40B4-BE49-F238E27FC236}">
                  <a16:creationId xmlns:a16="http://schemas.microsoft.com/office/drawing/2014/main" id="{422391FA-69F9-3541-26BF-4323B5891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5000" y="349648"/>
              <a:ext cx="6158704" cy="6158704"/>
            </a:xfrm>
            <a:prstGeom prst="ellipse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2600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Stuivenvolt Allen</dc:creator>
  <cp:lastModifiedBy>Jacob Stuivenvolt Allen</cp:lastModifiedBy>
  <cp:revision>1</cp:revision>
  <dcterms:created xsi:type="dcterms:W3CDTF">2023-08-20T18:13:22Z</dcterms:created>
  <dcterms:modified xsi:type="dcterms:W3CDTF">2023-08-20T21:33:29Z</dcterms:modified>
</cp:coreProperties>
</file>