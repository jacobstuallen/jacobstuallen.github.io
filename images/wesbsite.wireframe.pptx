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howGuides="1">
      <p:cViewPr varScale="1">
        <p:scale>
          <a:sx n="78" d="100"/>
          <a:sy n="78" d="100"/>
        </p:scale>
        <p:origin x="144" y="1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95D3-2787-F1DC-4CCC-E8DDCCE55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D54BD-03F1-CA49-27CB-CD201EFB1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40782-58FE-2184-93EA-EB6AD83D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034C-1016-224D-A6CD-D88798259E37}" type="datetimeFigureOut">
              <a:rPr lang="en-US" smtClean="0"/>
              <a:t>8/25/23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A7648-CB3F-31DE-DA3C-5643C929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01C5E-00B6-589E-369D-BBFA8DC0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E3619-6198-DB48-8DFC-1BA6A61E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8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3BBF-E20A-26E1-0043-BEFED8F4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0918A-96A0-1C53-3DC0-6AD835C1A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BB39B-8D8A-9DAB-8EC6-B2D58EC3E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034C-1016-224D-A6CD-D88798259E37}" type="datetimeFigureOut">
              <a:rPr lang="en-US" smtClean="0"/>
              <a:t>8/25/23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B0AB1-0102-9B0B-57A4-992B1A1F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341F0-C2E5-CB6A-8F1B-07C5FD9E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E3619-6198-DB48-8DFC-1BA6A61E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3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6571-80A9-1576-1B50-FFF19C506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F7E9D-3F06-1E20-6BF4-8F94100E1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AADEF-75AA-0985-0B7E-B9843BDDD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034C-1016-224D-A6CD-D88798259E37}" type="datetimeFigureOut">
              <a:rPr lang="en-US" smtClean="0"/>
              <a:t>8/25/23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58F4E-51FF-3551-299F-DC08F533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CA1DB-0C3E-C540-F308-81E91BF3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E3619-6198-DB48-8DFC-1BA6A61E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26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801D-C24C-5DAB-7E8F-8A3B0F1E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DA0A0-A576-1D98-A0F1-0412E9293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06F6-DF11-6F76-E313-39622701B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D009E-0E9C-4A38-118A-3D04CA35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034C-1016-224D-A6CD-D88798259E37}" type="datetimeFigureOut">
              <a:rPr lang="en-US" smtClean="0"/>
              <a:t>8/25/23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AFCD8-83A3-7CC3-F74D-05BF4F11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0AD60-A3B2-E7CA-DA67-9299E4D2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E3619-6198-DB48-8DFC-1BA6A61E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62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9BA2-2B3F-C579-C48E-4D61F1B7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9B9DB-30F0-838E-6B7F-FFF0B3D70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0A4B0-3571-796B-6648-EE8276C40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AC4B6C-1FB1-818A-969B-6F9619077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465E6-2547-9036-63F7-C06BCC72B4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F678A2-1EB0-85D4-B11E-CB798FBE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034C-1016-224D-A6CD-D88798259E37}" type="datetimeFigureOut">
              <a:rPr lang="en-US" smtClean="0"/>
              <a:t>8/25/23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9CAA9F-A543-9D8A-B43B-2A939349C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0AA20-826D-F011-8DA3-DB6D7817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E3619-6198-DB48-8DFC-1BA6A61E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08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1CCEE-1772-F2B6-8356-130ECBF16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C531F0-084C-35D7-EE1D-41326A421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034C-1016-224D-A6CD-D88798259E37}" type="datetimeFigureOut">
              <a:rPr lang="en-US" smtClean="0"/>
              <a:t>8/25/23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BDFD6F-1851-EE29-E286-4651838B0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F9A87-5734-8767-C61D-6ECDF747B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E3619-6198-DB48-8DFC-1BA6A61E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5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0CA67-BC24-394B-0CBC-4C6C03CF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034C-1016-224D-A6CD-D88798259E37}" type="datetimeFigureOut">
              <a:rPr lang="en-US" smtClean="0"/>
              <a:t>8/25/23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C7C9F-F1CF-1A59-2102-78E755DE5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3E9F8-2235-E425-5E50-A7467D07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E3619-6198-DB48-8DFC-1BA6A61E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1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E13B-2A04-FA83-4BEF-BA82ECC9F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936E0-11CF-ED28-DB7A-01B30CE8D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9075A-7676-98FA-6B52-0E1C8F355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803B8-84BD-3E39-066F-894F5B4BD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034C-1016-224D-A6CD-D88798259E37}" type="datetimeFigureOut">
              <a:rPr lang="en-US" smtClean="0"/>
              <a:t>8/25/23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AFF88-CA21-53B5-4218-AE6C840BD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9D9C4-09CD-2EF5-29BB-18AABC122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E3619-6198-DB48-8DFC-1BA6A61E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90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21261-F297-2AD2-9DCC-45E1B1C2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111149-44CC-8F9B-4BA2-F3D55B668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57ED5-62DD-314F-3BD9-130B890B3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D6D4C-9189-17B0-43C3-8650DF205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034C-1016-224D-A6CD-D88798259E37}" type="datetimeFigureOut">
              <a:rPr lang="en-US" smtClean="0"/>
              <a:t>8/25/23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60789-DE19-72D6-ED49-0AFD89D2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4EFFD-F89D-8B85-9EA7-28DFB600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E3619-6198-DB48-8DFC-1BA6A61E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736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A7B89-8B9A-1CBF-61EF-383880A76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D85EF-654A-4350-A9E8-DCCB99A4B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A7DFF-65A7-2A19-B043-03C2183F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034C-1016-224D-A6CD-D88798259E37}" type="datetimeFigureOut">
              <a:rPr lang="en-US" smtClean="0"/>
              <a:t>8/25/23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01E6D-466E-EA50-CC00-BCBBEE02E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A82BF-D464-6BA8-96E8-343D06CB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E3619-6198-DB48-8DFC-1BA6A61E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8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BC7EFF-CD7D-8D07-4439-129B39BC6B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675537-EAB7-7549-06E9-685D984B1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3D8B-FD9E-C725-9E12-5A8EC3EA2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6034C-1016-224D-A6CD-D88798259E37}" type="datetimeFigureOut">
              <a:rPr lang="en-US" smtClean="0"/>
              <a:t>8/25/23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BEA68-EDB5-10D4-3D26-22EB545B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17829-55D2-F893-63F3-CBF2EE4AA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E3619-6198-DB48-8DFC-1BA6A61E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6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FD4630-97DD-440C-D654-7FC26115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EF2EF-B67E-308C-3733-6F836FA72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54A52-6638-2B66-2431-FE434FA49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6034C-1016-224D-A6CD-D88798259E37}" type="datetimeFigureOut">
              <a:rPr lang="en-US" smtClean="0"/>
              <a:t>8/25/23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306E9-DB67-85EA-8C37-A369658DD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3CFD7-E45C-8562-1ECC-8D7C0E893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E3619-6198-DB48-8DFC-1BA6A61EB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cei.noaa.gov/data/sea-surface-temperature-optimum-interpolation/v2.1/access/avhrr/20230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842986-5828-3F6A-C289-652E59F568E0}"/>
              </a:ext>
            </a:extLst>
          </p:cNvPr>
          <p:cNvSpPr/>
          <p:nvPr/>
        </p:nvSpPr>
        <p:spPr>
          <a:xfrm>
            <a:off x="104172" y="6342927"/>
            <a:ext cx="11956648" cy="40511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venir Black" panose="02000503020000020003" pitchFamily="2" charset="0"/>
              </a:rPr>
              <a:t>Monitoring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B48E0B8-52FB-F555-32E8-C17E5BAF04AE}"/>
              </a:ext>
            </a:extLst>
          </p:cNvPr>
          <p:cNvGrpSpPr/>
          <p:nvPr/>
        </p:nvGrpSpPr>
        <p:grpSpPr>
          <a:xfrm>
            <a:off x="569997" y="109959"/>
            <a:ext cx="4701250" cy="6012523"/>
            <a:chOff x="569997" y="109959"/>
            <a:chExt cx="4701250" cy="6012523"/>
          </a:xfrm>
        </p:grpSpPr>
        <p:pic>
          <p:nvPicPr>
            <p:cNvPr id="6" name="Picture 5" descr="A graph of the temperature of the earth&#10;&#10;Description automatically generated">
              <a:extLst>
                <a:ext uri="{FF2B5EF4-FFF2-40B4-BE49-F238E27FC236}">
                  <a16:creationId xmlns:a16="http://schemas.microsoft.com/office/drawing/2014/main" id="{88F72F94-1C61-1C6C-571B-3CF5415C3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9997" y="3305483"/>
              <a:ext cx="4701250" cy="2816999"/>
            </a:xfrm>
            <a:prstGeom prst="rect">
              <a:avLst/>
            </a:prstGeom>
          </p:spPr>
        </p:pic>
        <p:pic>
          <p:nvPicPr>
            <p:cNvPr id="8" name="Picture 7" descr="A map of the world&#10;&#10;Description automatically generated">
              <a:extLst>
                <a:ext uri="{FF2B5EF4-FFF2-40B4-BE49-F238E27FC236}">
                  <a16:creationId xmlns:a16="http://schemas.microsoft.com/office/drawing/2014/main" id="{72C16C3A-BDDF-87D3-EB0D-4D6D65BFE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997" y="109959"/>
              <a:ext cx="4701250" cy="3057126"/>
            </a:xfrm>
            <a:prstGeom prst="rect">
              <a:avLst/>
            </a:prstGeom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A11BB1-E9E5-878A-9089-57FBF8595A88}"/>
              </a:ext>
            </a:extLst>
          </p:cNvPr>
          <p:cNvCxnSpPr/>
          <p:nvPr/>
        </p:nvCxnSpPr>
        <p:spPr>
          <a:xfrm>
            <a:off x="6096000" y="109959"/>
            <a:ext cx="0" cy="571261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9CC2CB9-7DD9-5589-44F6-500F5353A08E}"/>
              </a:ext>
            </a:extLst>
          </p:cNvPr>
          <p:cNvSpPr txBox="1"/>
          <p:nvPr/>
        </p:nvSpPr>
        <p:spPr>
          <a:xfrm>
            <a:off x="6417129" y="171437"/>
            <a:ext cx="5774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sources: </a:t>
            </a:r>
          </a:p>
          <a:p>
            <a:pPr marL="342900" indent="-342900">
              <a:buAutoNum type="arabicPeriod"/>
            </a:pPr>
            <a:r>
              <a:rPr lang="en-US" dirty="0">
                <a:hlinkClick r:id="rId4"/>
              </a:rPr>
              <a:t>SST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Daily </a:t>
            </a:r>
            <a:r>
              <a:rPr lang="en-US"/>
              <a:t>T2M Anomaly (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318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Stuivenvolt Allen</dc:creator>
  <cp:lastModifiedBy>Jacob Stuivenvolt Allen</cp:lastModifiedBy>
  <cp:revision>2</cp:revision>
  <dcterms:created xsi:type="dcterms:W3CDTF">2023-08-25T15:16:43Z</dcterms:created>
  <dcterms:modified xsi:type="dcterms:W3CDTF">2023-08-25T16:05:03Z</dcterms:modified>
</cp:coreProperties>
</file>